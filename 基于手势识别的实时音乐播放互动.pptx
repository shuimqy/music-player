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90" d="100"/>
          <a:sy n="90" d="100"/>
        </p:scale>
        <p:origin x="75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fld id="{32637B58-87C1-446D-BDA9-B06F4BCF778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0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32637B58-87C1-446D-BDA9-B06F4BCF778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1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28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6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7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2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14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6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6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32637B58-87C1-446D-BDA9-B06F4BCF7782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3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4489C-8BC5-1C29-56FE-1EAB2E13B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041" y="526100"/>
            <a:ext cx="10692375" cy="3551275"/>
          </a:xfrm>
        </p:spPr>
        <p:txBody>
          <a:bodyPr/>
          <a:lstStyle/>
          <a:p>
            <a:r>
              <a:rPr lang="zh-CN" altLang="en-US" u="sng" dirty="0"/>
              <a:t>基于手势识别的实时音乐播放互动</a:t>
            </a:r>
            <a:br>
              <a:rPr lang="en-US" altLang="zh-CN" u="sng" dirty="0"/>
            </a:br>
            <a:r>
              <a:rPr lang="zh-CN" altLang="en-US" u="sng" dirty="0"/>
              <a:t>控制系统设计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C71E3E-2631-95DE-CCAE-6BE1CCFF0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584" y="3741605"/>
            <a:ext cx="9432652" cy="1435958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指导老师：蒋汾龙</a:t>
            </a:r>
            <a:endParaRPr lang="en-US" altLang="zh-CN" sz="1800" dirty="0"/>
          </a:p>
          <a:p>
            <a:r>
              <a:rPr lang="zh-CN" altLang="en-US" sz="1800" dirty="0"/>
              <a:t>小组成员：高淏宇、李思澄、胡自强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37212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AFADB-23F7-EDCB-56ED-EDB8D4CE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0BBD0E-8CB1-343F-96EB-A4558E05D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本项目是一个基于</a:t>
            </a:r>
            <a:r>
              <a:rPr lang="en-US" altLang="zh-CN" b="1" dirty="0" err="1"/>
              <a:t>MediaPipe</a:t>
            </a:r>
            <a:r>
              <a:rPr lang="zh-CN" altLang="en-US" b="1" dirty="0"/>
              <a:t>手势识别技术的智能音乐播放器，通过计算机视觉技术实现非接触式音乐控制。用户可以通过简单的手势（如拳头、掌心、</a:t>
            </a:r>
            <a:r>
              <a:rPr lang="en-US" altLang="zh-CN" b="1" dirty="0"/>
              <a:t>V</a:t>
            </a:r>
            <a:r>
              <a:rPr lang="zh-CN" altLang="en-US" b="1" dirty="0"/>
              <a:t>字手势）来控制音乐的播放、暂停和切换功能。</a:t>
            </a:r>
            <a:endParaRPr lang="en-US" altLang="zh-CN" b="1" dirty="0"/>
          </a:p>
          <a:p>
            <a:r>
              <a:rPr lang="en-US" altLang="zh-CN" b="1" dirty="0" err="1"/>
              <a:t>MediaPipe</a:t>
            </a:r>
            <a:r>
              <a:rPr lang="en-US" altLang="zh-CN" b="1" dirty="0"/>
              <a:t> </a:t>
            </a:r>
            <a:r>
              <a:rPr lang="zh-CN" altLang="en-US" b="1" dirty="0"/>
              <a:t>是由谷歌开发的开源多媒体处理框架，专注于为实时多媒体（如视频、音频、手势、姿态等）处理提供跨平台、低延迟的解决方案，广泛应用于计算机视觉、机器学习和交互控制等领域。</a:t>
            </a:r>
          </a:p>
        </p:txBody>
      </p:sp>
    </p:spTree>
    <p:extLst>
      <p:ext uri="{BB962C8B-B14F-4D97-AF65-F5344CB8AC3E}">
        <p14:creationId xmlns:p14="http://schemas.microsoft.com/office/powerpoint/2010/main" val="2790660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077E9-D6E5-FC3F-9370-6968451FF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系统架构设计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F0A524-66DD-7D4E-3C46-F29D00DB7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整体架构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6C03D8-46EF-D37E-FE6E-FD28ED6514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fontAlgn="base"/>
            <a:r>
              <a:rPr lang="zh-CN" altLang="en-US" b="1" dirty="0"/>
              <a:t>手势识别模块</a:t>
            </a:r>
            <a:r>
              <a:rPr lang="zh-CN" altLang="en-US" dirty="0"/>
              <a:t>：负责实时捕捉和识别用户手势</a:t>
            </a:r>
          </a:p>
          <a:p>
            <a:pPr fontAlgn="base"/>
            <a:r>
              <a:rPr lang="zh-CN" altLang="en-US" b="1" dirty="0"/>
              <a:t>音乐播放模块</a:t>
            </a:r>
            <a:r>
              <a:rPr lang="zh-CN" altLang="en-US" dirty="0"/>
              <a:t>：管理音乐文件的加载、播放和控制</a:t>
            </a:r>
          </a:p>
          <a:p>
            <a:pPr fontAlgn="base"/>
            <a:r>
              <a:rPr lang="zh-CN" altLang="en-US" b="1" dirty="0"/>
              <a:t>用户界面模块</a:t>
            </a:r>
            <a:r>
              <a:rPr lang="zh-CN" altLang="en-US" dirty="0"/>
              <a:t>：提供直观的交互界面和视觉反馈</a:t>
            </a:r>
          </a:p>
          <a:p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C7A992-EC42-104F-7DB3-216CCEFCD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技术栈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6CA2F5A-A584-54A7-8019-07FED89028A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fontAlgn="base"/>
            <a:r>
              <a:rPr lang="zh-CN" altLang="en-US" b="1" dirty="0"/>
              <a:t>前端框架</a:t>
            </a:r>
            <a:r>
              <a:rPr lang="zh-CN" altLang="en-US" dirty="0"/>
              <a:t>：</a:t>
            </a:r>
            <a:r>
              <a:rPr lang="en-US" altLang="zh-CN" dirty="0"/>
              <a:t>PySide6 (Qt for Python)</a:t>
            </a:r>
          </a:p>
          <a:p>
            <a:pPr fontAlgn="base"/>
            <a:r>
              <a:rPr lang="zh-CN" altLang="en-US" b="1" dirty="0"/>
              <a:t>计算机视觉</a:t>
            </a:r>
            <a:r>
              <a:rPr lang="zh-CN" altLang="en-US" dirty="0"/>
              <a:t>：</a:t>
            </a:r>
            <a:r>
              <a:rPr lang="en-US" altLang="zh-CN" dirty="0"/>
              <a:t>OpenCV + </a:t>
            </a:r>
            <a:r>
              <a:rPr lang="en-US" altLang="zh-CN" dirty="0" err="1"/>
              <a:t>MediaPipe</a:t>
            </a:r>
            <a:endParaRPr lang="en-US" altLang="zh-CN" dirty="0"/>
          </a:p>
          <a:p>
            <a:pPr fontAlgn="base"/>
            <a:r>
              <a:rPr lang="zh-CN" altLang="en-US" b="1" dirty="0"/>
              <a:t>音频处理</a:t>
            </a:r>
            <a:r>
              <a:rPr lang="zh-CN" altLang="en-US" dirty="0"/>
              <a:t>：</a:t>
            </a:r>
            <a:r>
              <a:rPr lang="en-US" altLang="zh-CN" dirty="0" err="1"/>
              <a:t>Pygame</a:t>
            </a:r>
            <a:r>
              <a:rPr lang="en-US" altLang="zh-CN" dirty="0"/>
              <a:t> mixer</a:t>
            </a:r>
          </a:p>
          <a:p>
            <a:pPr fontAlgn="base"/>
            <a:r>
              <a:rPr lang="zh-CN" altLang="en-US" b="1" dirty="0"/>
              <a:t>多线程处理</a:t>
            </a:r>
            <a:r>
              <a:rPr lang="zh-CN" altLang="en-US" dirty="0"/>
              <a:t>：</a:t>
            </a:r>
            <a:r>
              <a:rPr lang="en-US" altLang="zh-CN" dirty="0" err="1"/>
              <a:t>QThread</a:t>
            </a:r>
            <a:r>
              <a:rPr lang="en-US" altLang="zh-CN" dirty="0"/>
              <a:t> for Python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6080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276DD-E915-3884-C840-2867FD51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核心功能设计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9A353E-F2B5-E910-2F59-ADC2D2886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手势识别系统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82445E-5F39-CD02-5298-72EB7637A1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zh-CN" altLang="en-US" b="1" dirty="0"/>
              <a:t>实时视频采集</a:t>
            </a:r>
            <a:r>
              <a:rPr lang="zh-CN" altLang="en-US" dirty="0"/>
              <a:t>：通过摄像头持续捕获视频流</a:t>
            </a:r>
          </a:p>
          <a:p>
            <a:pPr fontAlgn="base"/>
            <a:r>
              <a:rPr lang="zh-CN" altLang="en-US" b="1" dirty="0"/>
              <a:t>手部关键点检测</a:t>
            </a:r>
            <a:r>
              <a:rPr lang="zh-CN" altLang="en-US" dirty="0"/>
              <a:t>：使用</a:t>
            </a:r>
            <a:r>
              <a:rPr lang="en-US" altLang="zh-CN" dirty="0" err="1"/>
              <a:t>MediaPipe</a:t>
            </a:r>
            <a:r>
              <a:rPr lang="en-US" altLang="zh-CN" dirty="0"/>
              <a:t> Hands</a:t>
            </a:r>
            <a:r>
              <a:rPr lang="zh-CN" altLang="en-US" dirty="0"/>
              <a:t>模型识别</a:t>
            </a:r>
            <a:r>
              <a:rPr lang="en-US" altLang="zh-CN" dirty="0"/>
              <a:t>21</a:t>
            </a:r>
            <a:r>
              <a:rPr lang="zh-CN" altLang="en-US" dirty="0"/>
              <a:t>个手部关键点</a:t>
            </a:r>
          </a:p>
          <a:p>
            <a:pPr fontAlgn="base"/>
            <a:r>
              <a:rPr lang="zh-CN" altLang="en-US" b="1" dirty="0"/>
              <a:t>手势分类算法</a:t>
            </a:r>
            <a:r>
              <a:rPr lang="zh-CN" altLang="en-US" dirty="0"/>
              <a:t>：基于关键点空间关系定义三种基本手势</a:t>
            </a:r>
          </a:p>
          <a:p>
            <a:pPr fontAlgn="base"/>
            <a:r>
              <a:rPr lang="zh-CN" altLang="en-US" b="1" dirty="0"/>
              <a:t>防误触机制</a:t>
            </a:r>
            <a:r>
              <a:rPr lang="zh-CN" altLang="en-US" dirty="0"/>
              <a:t>：连续帧验证和冷却期设计提高识别准确性</a:t>
            </a:r>
          </a:p>
          <a:p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1B34A1-F086-048C-33CD-34A45D639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音乐管理系统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CE9A99-E8C4-A860-A52D-FB8E93BE33E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zh-CN" altLang="en-US" b="1" dirty="0"/>
              <a:t>自动音乐发现</a:t>
            </a:r>
            <a:r>
              <a:rPr lang="zh-CN" altLang="en-US" dirty="0"/>
              <a:t>：启动时扫描默认音乐文件夹</a:t>
            </a:r>
          </a:p>
          <a:p>
            <a:pPr fontAlgn="base"/>
            <a:r>
              <a:rPr lang="zh-CN" altLang="en-US" b="1" dirty="0"/>
              <a:t>多格式支持</a:t>
            </a:r>
            <a:r>
              <a:rPr lang="zh-CN" altLang="en-US" dirty="0"/>
              <a:t>：兼容</a:t>
            </a:r>
            <a:r>
              <a:rPr lang="en-US" altLang="zh-CN" dirty="0"/>
              <a:t>MP3</a:t>
            </a:r>
            <a:r>
              <a:rPr lang="zh-CN" altLang="en-US" dirty="0"/>
              <a:t>、</a:t>
            </a:r>
            <a:r>
              <a:rPr lang="en-US" altLang="zh-CN" dirty="0"/>
              <a:t>WAV</a:t>
            </a:r>
            <a:r>
              <a:rPr lang="zh-CN" altLang="en-US" dirty="0"/>
              <a:t>、</a:t>
            </a:r>
            <a:r>
              <a:rPr lang="en-US" altLang="zh-CN" dirty="0"/>
              <a:t>OGG</a:t>
            </a:r>
            <a:r>
              <a:rPr lang="zh-CN" altLang="en-US" dirty="0"/>
              <a:t>、</a:t>
            </a:r>
            <a:r>
              <a:rPr lang="en-US" altLang="zh-CN" dirty="0"/>
              <a:t>FLAC</a:t>
            </a:r>
            <a:r>
              <a:rPr lang="zh-CN" altLang="en-US" dirty="0"/>
              <a:t>、</a:t>
            </a:r>
            <a:r>
              <a:rPr lang="en-US" altLang="zh-CN" dirty="0"/>
              <a:t>M4A</a:t>
            </a:r>
            <a:r>
              <a:rPr lang="zh-CN" altLang="en-US" dirty="0"/>
              <a:t>等格式</a:t>
            </a:r>
          </a:p>
          <a:p>
            <a:pPr fontAlgn="base"/>
            <a:r>
              <a:rPr lang="zh-CN" altLang="en-US" b="1" dirty="0"/>
              <a:t>智能播放控制</a:t>
            </a:r>
            <a:r>
              <a:rPr lang="zh-CN" altLang="en-US" dirty="0"/>
              <a:t>：支持暂停位置记忆和无缝切换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6625684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 叠加</Template>
  <TotalTime>16</TotalTime>
  <Words>300</Words>
  <Application>Microsoft Office PowerPoint</Application>
  <PresentationFormat>宽屏</PresentationFormat>
  <Paragraphs>26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Arial Nova Light</vt:lpstr>
      <vt:lpstr>Elephant</vt:lpstr>
      <vt:lpstr>ModOverlayVTI</vt:lpstr>
      <vt:lpstr>基于手势识别的实时音乐播放互动 控制系统设计 </vt:lpstr>
      <vt:lpstr>项目概述</vt:lpstr>
      <vt:lpstr>系统架构设计</vt:lpstr>
      <vt:lpstr>核心功能设计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HAOYU GAO</dc:creator>
  <cp:lastModifiedBy>HAOYU GAO</cp:lastModifiedBy>
  <cp:revision>1</cp:revision>
  <dcterms:created xsi:type="dcterms:W3CDTF">2025-11-05T15:40:49Z</dcterms:created>
  <dcterms:modified xsi:type="dcterms:W3CDTF">2025-11-05T15:57:21Z</dcterms:modified>
</cp:coreProperties>
</file>